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5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29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CF0ED-ED12-5657-D22E-AB88797E2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71503-FC66-7F72-1875-D9890E56C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2A735-8FE4-15F3-D4C2-7D05033C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A7C7-8352-44D5-95F7-BDC6F12B441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72792-33E7-D1A1-5001-E709C6838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EE71E-E278-F8A5-E93F-05BD481DB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94B54-F345-4591-AE79-3AC97B952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264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F50AC-07C8-6E52-4D99-CB9ED2455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BAFBF-D0C5-821F-39E7-D5C3BD3BF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271A2-760B-802B-E054-3005BC42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A7C7-8352-44D5-95F7-BDC6F12B441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24EA1-1036-0F1E-1EAE-0ACB4E15E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961CA-3BC0-4BC6-C1A8-112AD6E89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94B54-F345-4591-AE79-3AC97B952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825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5812D-B372-B9A3-CD23-51428BF92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F03CB-D173-6245-D9D6-20882B6E9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3DAE5-B7EC-FCF2-3F70-D141825EE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A7C7-8352-44D5-95F7-BDC6F12B441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C18C1-3FE9-159E-A3F3-1BCDE8D8E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5EC46-5F3A-7F88-B380-E7D145A3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94B54-F345-4591-AE79-3AC97B952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70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DD2FA-C7C3-A5F0-C3EC-C800D77B6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0BF4C-BD5B-F2FE-0884-D6790AD55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82C78-71EA-FAEA-330A-5BD19C9BB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2171F-CAB7-2A5E-7BF0-3FB41B5C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A7C7-8352-44D5-95F7-BDC6F12B441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79403-CC05-9E58-60E3-8B4C335C6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397E3-D378-BCDD-5C87-7BFD988B2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94B54-F345-4591-AE79-3AC97B952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20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1E7FE-B6DE-E091-1156-CE87595C6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81C93-7F1F-61EF-7C20-6A47DFDEF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67332-91BF-D2D3-F048-2A8BCD616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AC1F95-1B0B-3D0B-1306-7FF9923378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2C8963-ED5D-6BDD-46FD-39E522F42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DE3B5-801B-FCDD-437F-29B0692F0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A7C7-8352-44D5-95F7-BDC6F12B441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3F6860-388A-BAAD-6542-7ADCE7AA0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D0129-9F7B-D7DB-4607-E27D707A9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94B54-F345-4591-AE79-3AC97B952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5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075E-FFA2-4BCC-4457-C9B69AAA1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DEA5EF-9ADC-CEBE-A7E9-5F12A9549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A7C7-8352-44D5-95F7-BDC6F12B441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5FBA6E-0525-864F-82DF-ECA953F16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DDC0C-3906-79F5-0399-C8C304E10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94B54-F345-4591-AE79-3AC97B952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35BE23-00C6-04D7-EEDE-A828917C7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A7C7-8352-44D5-95F7-BDC6F12B441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D79C65-5CB1-868E-9E7A-A6B67FDA4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46BA4-71F3-A126-F3D6-333B9616A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94B54-F345-4591-AE79-3AC97B952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02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AD573-6B05-D3DD-8805-CCEA8755D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DF04B-6D09-A648-0FD3-9A3DC6043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3D9C2-4428-F902-2A3F-82E5DF34F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16D9B-821F-C19D-3DD1-1B67B614F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A7C7-8352-44D5-95F7-BDC6F12B441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54449-5137-C8AA-FF87-266FFC63C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365C9-1FA8-565C-C818-FEEE7D71E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94B54-F345-4591-AE79-3AC97B952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53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BDE7F-95F2-4ADB-A095-8A8E9731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CB99FC-3762-292C-45D9-66017205B1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13ED71-724B-F130-0BA2-081CD4E20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EB406-D1E1-E2EF-15F3-B56385DD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A7C7-8352-44D5-95F7-BDC6F12B441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0F758-6B72-8668-BFC6-D9F5A520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DFF4C-B352-D654-54A1-0A4BC20F8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94B54-F345-4591-AE79-3AC97B952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25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6FA28-23B2-00E3-3124-C296C8AC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FFDBBE-D6AD-383A-921D-9D23F9A01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4F081-447C-CA57-F3BF-C33836D2F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A7C7-8352-44D5-95F7-BDC6F12B441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8E25D-43B1-F8E6-90E1-1BC997B17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4238D-DAA8-80FF-8E1B-3037F626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94B54-F345-4591-AE79-3AC97B952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99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A6F361-FFD3-2E01-D46D-60A9358116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C3895-A8F3-87BE-63DC-507471BA1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9A461-56C8-774A-A019-E5CE2A7EE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A7C7-8352-44D5-95F7-BDC6F12B441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90C4E-BA3E-3B02-B67F-7FE08C04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D59FA-2353-7A77-7D46-418CA995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94B54-F345-4591-AE79-3AC97B952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0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CBB88E-8AA0-C641-C76E-CA95F6CEB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D30EB-E893-EC9A-53D4-7E5E0A61D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92E93-52F8-053F-DAC2-3B0B6704F4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6A7C7-8352-44D5-95F7-BDC6F12B441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88C7-0796-7F6F-9017-D56AF39F57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D8845-B162-6AC3-4823-90A169FC3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94B54-F345-4591-AE79-3AC97B952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86AB8-E97E-56BB-7311-C46EBC6851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2304 MHz EVE/EME</a:t>
            </a:r>
            <a:br>
              <a:rPr lang="en-US" dirty="0"/>
            </a:br>
            <a:r>
              <a:rPr lang="en-US" dirty="0"/>
              <a:t>LHC/RHC Horn Antenna</a:t>
            </a:r>
            <a:br>
              <a:rPr lang="en-US" dirty="0"/>
            </a:br>
            <a:r>
              <a:rPr lang="en-US" dirty="0"/>
              <a:t>Simulation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994628-204C-8C85-5271-E73276B25B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Brian Yee, W6BY</a:t>
            </a:r>
          </a:p>
          <a:p>
            <a:r>
              <a:rPr lang="en-US" dirty="0"/>
              <a:t>8/16/2026</a:t>
            </a:r>
          </a:p>
        </p:txBody>
      </p:sp>
    </p:spTree>
    <p:extLst>
      <p:ext uri="{BB962C8B-B14F-4D97-AF65-F5344CB8AC3E}">
        <p14:creationId xmlns:p14="http://schemas.microsoft.com/office/powerpoint/2010/main" val="3175763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B2AE-8BAA-FE73-9337-EC86B7C40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Imported STEP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AD7373-5CD2-5B93-D7B7-E90705E18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83" y="1452433"/>
            <a:ext cx="7983064" cy="44392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F4BC95-C267-3587-A33F-2DE331323A32}"/>
              </a:ext>
            </a:extLst>
          </p:cNvPr>
          <p:cNvSpPr txBox="1"/>
          <p:nvPr/>
        </p:nvSpPr>
        <p:spPr>
          <a:xfrm>
            <a:off x="9201873" y="1551008"/>
            <a:ext cx="27779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Imported STEP file from</a:t>
            </a:r>
          </a:p>
          <a:p>
            <a:r>
              <a:rPr lang="en-US" sz="2400" dirty="0" err="1"/>
              <a:t>Freecad</a:t>
            </a:r>
            <a:r>
              <a:rPr lang="en-US" sz="2400" dirty="0"/>
              <a:t>, did not render well in </a:t>
            </a:r>
            <a:r>
              <a:rPr lang="en-US" sz="2400" dirty="0" err="1"/>
              <a:t>Solidworks</a:t>
            </a:r>
            <a:r>
              <a:rPr lang="en-US" sz="2400" dirty="0"/>
              <a:t>, so I reconstructed the </a:t>
            </a:r>
            <a:r>
              <a:rPr lang="en-US" sz="2400" dirty="0" err="1"/>
              <a:t>desgn</a:t>
            </a:r>
            <a:r>
              <a:rPr lang="en-US" sz="2400" dirty="0"/>
              <a:t> from scratch using the dimensions on the imported file</a:t>
            </a:r>
          </a:p>
        </p:txBody>
      </p:sp>
    </p:spTree>
    <p:extLst>
      <p:ext uri="{BB962C8B-B14F-4D97-AF65-F5344CB8AC3E}">
        <p14:creationId xmlns:p14="http://schemas.microsoft.com/office/powerpoint/2010/main" val="193734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7161D-EBA6-21C0-0E21-5117AD873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79F82-6C20-7DD3-E192-277723BA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Reconstructed Design in </a:t>
            </a:r>
            <a:r>
              <a:rPr lang="en-US" dirty="0" err="1"/>
              <a:t>Solidworks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968C2D-9864-6B1E-A680-69ABBB00A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40315"/>
            <a:ext cx="5946909" cy="23734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2EE1B8-5143-A3DC-470E-2B130AF4E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899" y="2644238"/>
            <a:ext cx="3953427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839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1758A-8008-E73E-1115-40F81F65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5FDF8-C8F1-BD93-B8C8-E57DC72A3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Design Imported to CST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6B7375-B687-5FFA-3039-E35234B54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929" y="2033735"/>
            <a:ext cx="4420217" cy="3924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519437-3665-34B7-D61B-2F731D878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14815"/>
            <a:ext cx="5639587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71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35AEE-AFB2-6B37-BFFA-B8E840A97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1C1F6-4A80-CF79-D543-EE0CE34D0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S11, Port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227587-5F57-E4DD-9B43-79E9501D2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131" y="1307939"/>
            <a:ext cx="9890737" cy="503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348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2566F-4D07-1AD1-0F8B-98982BE03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A8753-FFEA-6F6E-C6FE-7B85D815D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S11, Port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A1A573-D9A2-532E-3574-C609AF3D6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729" y="1423685"/>
            <a:ext cx="9774990" cy="487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504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7280F-6D19-A5F9-E720-DE219ED71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35D37-4C44-81E6-40F5-8D0195E7B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Radiation Efficiency, Port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13788D-55B9-5D83-5721-0B0656C8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455" y="1345018"/>
            <a:ext cx="9678345" cy="506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18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B784E-2E9D-CD3D-688F-DAD2FE1B3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83345-232C-5385-D073-940DAA24D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Radiation Efficiency, Port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EB1E14-329F-BC02-2B26-7E92864D5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855" y="1441875"/>
            <a:ext cx="9435864" cy="496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797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A3176-2C9C-3E2F-9D9E-CD670E888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FBABA-C04B-FF53-2E25-D3630E45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519"/>
            <a:ext cx="10515600" cy="1138639"/>
          </a:xfrm>
        </p:spPr>
        <p:txBody>
          <a:bodyPr/>
          <a:lstStyle/>
          <a:p>
            <a:r>
              <a:rPr lang="en-US" dirty="0"/>
              <a:t>Farfield Directivity (Gain) Port 1 @2304 MHz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83DD2-F7FB-9D61-14E1-1278C082C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018" y="1224158"/>
            <a:ext cx="9913964" cy="497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768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E2792-D0D9-A349-B6FA-E2BF77700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BCF41-85DD-0738-6087-FD632CE3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7895"/>
          </a:xfrm>
        </p:spPr>
        <p:txBody>
          <a:bodyPr/>
          <a:lstStyle/>
          <a:p>
            <a:pPr algn="ctr"/>
            <a:r>
              <a:rPr lang="en-US" dirty="0"/>
              <a:t>Theta Phase, Port 1 @2304 MHz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E7697E-CBB1-CB78-735D-13D74C65A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624" y="1315617"/>
            <a:ext cx="9590950" cy="497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9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67DEB-FCB3-E7CF-62CD-FA7C6BE9D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40364-F4D0-A2AC-7EEB-719362D8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0588"/>
            <a:ext cx="10515600" cy="934908"/>
          </a:xfrm>
        </p:spPr>
        <p:txBody>
          <a:bodyPr/>
          <a:lstStyle/>
          <a:p>
            <a:pPr algn="ctr"/>
            <a:r>
              <a:rPr lang="en-US" dirty="0"/>
              <a:t>3D Farfield View, Port1 @2304 MHz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683E83-9273-6548-57DA-61991E3BD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867" y="1395385"/>
            <a:ext cx="9460266" cy="492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923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D785C-BA5B-0B36-B3A6-3E108C043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F9EEF-3778-4BB8-88E1-B21AC9974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843"/>
            <a:ext cx="10515600" cy="913169"/>
          </a:xfrm>
        </p:spPr>
        <p:txBody>
          <a:bodyPr/>
          <a:lstStyle/>
          <a:p>
            <a:r>
              <a:rPr lang="en-US" dirty="0"/>
              <a:t>Farfield Directivity (Gain) Port 2 @2304 MHz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8FBEFC-18F7-4BF9-A5C1-6C0039E0E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142" y="1213617"/>
            <a:ext cx="9669716" cy="502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87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DAC64-9F42-6934-6603-7507E08EF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312EE-67B3-4A61-B78D-F5E944ED3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659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Theta Phase, Port 2 @2304 MHz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4BBB08-0135-DDF2-FA13-DE18549DF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51722"/>
            <a:ext cx="10320093" cy="535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6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08F90-8F76-74C8-5665-C40CDD9D4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B5AB8-CC60-4737-BCD3-A313C0F69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923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3D Farfield View, Port 2 @2304 MHz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055B34-1A88-AD6E-E075-633945CB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0" y="1291778"/>
            <a:ext cx="9973059" cy="520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246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</Words>
  <Application>Microsoft Office PowerPoint</Application>
  <PresentationFormat>Widescreen</PresentationFormat>
  <Paragraphs>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2304 MHz EVE/EME LHC/RHC Horn Antenna Simulation Results</vt:lpstr>
      <vt:lpstr>Imported STEP File</vt:lpstr>
      <vt:lpstr>Reconstructed Design in Solidworks</vt:lpstr>
      <vt:lpstr>Design Imported to CST</vt:lpstr>
      <vt:lpstr>S11, Port 1</vt:lpstr>
      <vt:lpstr>S11, Port 2</vt:lpstr>
      <vt:lpstr>Radiation Efficiency, Port 1</vt:lpstr>
      <vt:lpstr>Radiation Efficiency, Port 2</vt:lpstr>
      <vt:lpstr>Farfield Directivity (Gain) Port 1 @2304 MHz</vt:lpstr>
      <vt:lpstr>Theta Phase, Port 1 @2304 MHz</vt:lpstr>
      <vt:lpstr>3D Farfield View, Port1 @2304 MHz</vt:lpstr>
      <vt:lpstr>Farfield Directivity (Gain) Port 2 @2304 MHz</vt:lpstr>
      <vt:lpstr>Theta Phase, Port 2 @2304 MHz</vt:lpstr>
      <vt:lpstr>3D Farfield View, Port 2 @2304 MHz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Yee</dc:creator>
  <cp:lastModifiedBy>Brian Yee</cp:lastModifiedBy>
  <cp:revision>1</cp:revision>
  <dcterms:created xsi:type="dcterms:W3CDTF">2026-08-17T21:57:27Z</dcterms:created>
  <dcterms:modified xsi:type="dcterms:W3CDTF">2026-08-17T21:58:40Z</dcterms:modified>
</cp:coreProperties>
</file>